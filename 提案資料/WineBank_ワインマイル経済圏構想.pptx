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9月20日の岩田合同法律事務所の回答により、マイルは管理料に対するおまけ（無償発行）として整理し、前払式支払手段の対価性要件を満たさないことを確認済み。当初検討していたマスターリース（動産賃貸借）は締結しない。賃料としてマイルを発行すると対価性が生じるため、賃貸借を置かないこと自体が最も安全な設計になる。売買契約は利用規約への同意により成立し、管理手数料の対価も規約に記載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20日クリーンオピニオン。／通常マイルの有効期限は1年とするため、資金決済法4条2号の適用外。無償付与という第1の安全弁のみに依存する。仮に該当と評価された場合、基準日の未使用残高が1,000万円を超えると届出・供託が生じるが、その水準に達するのは預かり資産およそ3.9億円から。／有償でのマイル販売は本意見書の照会対象外。ただし有効期限を6ヶ月以内にすれば4条2号により各種義務は生じないため、実装する場合はその設計を前提に別途照会する。／残る宿題は成果報酬契約の文言と、無償付与マイル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WineBank単体ベース。ワイン1億円／値上がり6%・金利3%・保管料210円/本（鈴与実額）・粗利30%・管理手数料2.5%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還元率 3.5/4.5/5.5%　マイル発行 418万円（原価率43.6%）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▲405万と▲505万。差は100万円です。同じだけ現金を使って、セラーのワインは1億から2億5,000万へ。しかもうち1億は、会員のお金で買われたワインです。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年+13万（手数料250−保管105−マイル182＋オークション50）。成功報酬169万を含めれば +182万。同じワインで年587万ひっくり返ります。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毎年1億円ずつ販売を続けた場合。単体ベース、還元率3.5/4.5/5.5%、マイル原価率43.6%。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▲546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手数料2.5%から保管1.05%（鈴与実額210円/本）を引くと残りは1.45%。マイル1.82%はこれを超えます。差を埋めるのがオークション手数料0.5%と、値上がり益25%（年1.5%相当）です。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手数料2.5%・保管1.05%・マイル1.82%・オークション0.5%・成功報酬1.5%。全部が定率なので、規模が何倍になっても差引1.63%は動きません。手出しが収入を追い越す構造ではありません。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現金ベースでも年+13万。ただし成功報酬169万は出口までキャッシュになりません。資金繰りは別途見る必要があります。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契約は2本立て：売買・管理 ＋ 成功報酬</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賃貸借は使いません。所有権は会員のまま、当社は管理を担い、値上がりの一部を成功報酬で受け取ります。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売買 ＋ 管理（利用規約）</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管理手数料：2.50〜2.75%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利用規約への同意で売買契約が成立する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デジタルでの資産価値提供・倉庫アレンジ・保険付保の対価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マイルはこの管理料に対するおまけ（無償）</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賃貸借契約は締結しません。所有権は会員のまま、当社は保管・保険・真正性管理と、売却時の成功報酬を担います。</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買戻し保証を付けると経済価値が移転せず、100万円を売上計上できません。成功報酬型ならこの論点は生じません。</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マイルは管理料に対するおまけです。値上がりの70〜75%は会員のもの。</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35,000マイル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年率3.5%（PRESTIGE）。会食・贈答・イベント・オークション・スクールに使える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上位ランクは4.5%・5.5%。さらに値上がり分の75%も会員のものとして残ります。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WineBank単体ベース。系列店へはマイル額面×レート×90%を保証。スクール・イベントは原価率50%。額面100に対する当社コスト。</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626864"/>
            <a:ext cx="11027664" cy="256032"/>
          </a:xfrm>
          <a:prstGeom prst="rect">
            <a:avLst/>
          </a:prstGeom>
          <a:noFill/>
          <a:ln/>
        </p:spPr>
        <p:txBody>
          <a:bodyPr wrap="square" lIns="0" tIns="0" rIns="0" bIns="0" rtlCol="0" anchor="ctr"/>
          <a:lstStyle/>
          <a:p>
            <a:pPr indent="0" marL="0">
              <a:buNone/>
            </a:pPr>
            <a:r>
              <a:rPr lang="en-US" sz="1000" dirty="0">
                <a:solidFill>
                  <a:srgbClr val="C9A227"/>
                </a:solidFill>
                <a:latin typeface="Meiryo" pitchFamily="34" charset="0"/>
                <a:ea typeface="Meiryo" pitchFamily="34" charset="-122"/>
                <a:cs typeface="Meiryo" pitchFamily="34" charset="-120"/>
              </a:rPr>
              <a:t>想定ミックス：系列店25% ／ グランメゾン18% ／ CLUB充当12% ／ オークション12% ／ スクール10% ／ イベント8% ／ 追加購入5% ／ 失効10%　→　加重平均 43.6%</a:t>
            </a:r>
            <a:endParaRPr lang="en-US" sz="100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損益分岐は 46.7%。想定は 43.6%。</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（手数料2.5% − 保管1.05% ＋ オークション0.5%）÷ 発行4.18% ＝ 46.7%。現金ベースでも3ポイントの余裕があり、成功報酬を含めればさらに厚くなります。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系列店1.0円に偏るほど90%へ近づき赤字化します。原価ゼロのオークション・CLUB充当、原価50%のスクール・イベントへ誘導するほど収支は改善します。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飲むつもりの人に成果報酬は不要です。そして運用型の人も、途中で飲みたくなります。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売買・管理 ＋ 成果報酬</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所有権は会員のまま。当社が保管・保険・管理</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マイルは管理料に対するおまけ（無償）</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値上がりの70〜75%は会員のもの。出口は自由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成果報酬はかからない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管理手数料に対する無償付与（簿価×3.5〜5.5%）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100万でも実質+1.0%を確保。額面0.5pp上げても当社の実費用は0.22ppしか増えないため、還元率は上げるほうが費用対効果が高い設計です。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管理契約の終了時（売却・引取・転換のいずれでも）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岩田合同法律事務所より2026年9月20日にクリーンオピニオンを取得。「対価性の要件を充足する事情は不見当」との結論です。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二重の安全弁がかかっています</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① 管理料に対するおまけ（無償発行）のため、前払式支払手段の対価性要件を満たしません。② 仮に該当しても、有効期限が発行から6ヶ月以内なら届出・供託・帳簿・報告の義務が生じません（法4条2号）。期間限定マイルは②も満たします。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預かるのはワインであり金銭ではないため、『預金』『預り金』の4要件を満たしません。賃貸借契約を置かないため、賃料としての対価性が生じる余地もありません。</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自社でのみ使えるマイルは『正常な商慣習に照らして値引』にあたり景品類に該当しません。実質50%値引を許容する消費者庁Q&amp;Aもあり、3.5〜5.5%は論点になりません。ただし表示は正確に。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弁護士意見書（取得済）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売買・管理規約と成果報酬契約の整備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①マイル利用規約の整備（経産省ガイドラインの6項目）②成果報酬契約の文言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2026-09-25T06:33:37Z</dcterms:created>
  <dcterms:modified xsi:type="dcterms:W3CDTF">2026-09-25T06:33:37Z</dcterms:modified>
</cp:coreProperties>
</file>