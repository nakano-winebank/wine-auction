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2026年9月の弁護士意見書により、マイルを賃貸借の対価（賃料）として発行すると資金決済法の前払式支払手段に該当し得るため、賃料は役務提供で充当し、マイルは管理手数料に対する無償付与として整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回答。残る宿題は3点：①マイルを有償で販売する導線は本意見書の対象外であり、対価性が生じるため前払式支払手段に該当する。実装する場合は別途照会が必要 ②賃料を役務提供で充当する場合の契約書文言 ③マイル無償付与の課税整理（税理士）。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賃料：保管・保険・管理の役務提供</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賃料は保管・保険・真正性管理の役務で充当する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マイルは賃料ではない（LEGAL 参照）</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不動産のファンドと同じ形です。マスターリース会社が借りて運用し、AM会社が運用報酬とディスポジションフィーを取る。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マイルは賃料ではありません。値上がりの75%は会員のもの。当社の取り分は25%だけ。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ワインは当社が賃借（賃料は役務で充当）</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マイルは管理手数料に対する無償付与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管理手数料に対する無償付与（簿価×3.5〜5.5%）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岩田合同法律事務所より2026年9月に回答を取得。「法律上の問題なく実施できる」との結論です。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無償付与なら該当しない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発行する限り前払式支払手段には該当せず、届出も供託も不要です。ただしマイルを賃貸借の『賃料』として発行すると対価性が生じ該当し得るため、管理手数料に対するおまけとしての無償付与に整理を統一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預かるのはワインであり金銭ではないため、『預金』『預り金』の4要件を満たしません。当初懸念していた「年率と言わない」という制約は不要になりました。</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自社でのみ使えるマイルは『正常な商慣習に照らして値引』にあたり景品類に該当しません。実質50%値引を許容する消費者庁Q&amp;Aもあり、3.5〜5.5%は論点になりません。ただし表示は正確に。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①マイル利用規約の整備（経産省ガイドラインの6項目）②賃料を役務で充当する契約書文言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2026-09-06T13:13:23Z</dcterms:created>
  <dcterms:modified xsi:type="dcterms:W3CDTF">2026-09-06T13:13:23Z</dcterms:modified>
</cp:coreProperties>
</file>