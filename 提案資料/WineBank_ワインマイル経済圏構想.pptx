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WineBank単体ベース。ワイン1億円／値上がり6%・金利3%・保管料210円/本（鈴与実額）・粗利30%・管理手数料2.5%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還元率 3.5/4.5/5.5%　マイル発行 418万円（原価率43.6%）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▲405万と▲505万。差は100万円です。同じだけ現金を使って、セラーのワインは1億から2億5,000万へ。しかもうち1億は、会員のお金で買われたワインです。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年+13万（手数料250−保管105−マイル182＋オークション50）。成功報酬169万を含めれば +182万。同じワインで年587万ひっくり返ります。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毎年1億円ずつ販売を続けた場合。単体ベース、還元率3.5/4.5/5.5%、マイル原価率43.6%。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▲546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手数料2.5%から保管1.05%（鈴与実額210円/本）を引くと残りは1.45%。マイル1.82%はこれを超えます。差を埋めるのがオークション手数料0.5%と、値上がり益25%（年1.5%相当）です。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手数料2.5%・保管1.05%・マイル1.82%・オークション0.5%・成功報酬1.5%。全部が定率なので、規模が何倍になっても差引1.63%は動きません。手出しが収入を追い越す構造ではありません。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現金ベースでも年+13万。ただし成功報酬169万は出口までキャッシュになりません。資金繰りは別途見る必要があります。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35,000マイル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年率3.5%（PRESTIGE）。会食・贈答・イベント・オークション・スクールに使える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上位ランクは4.5%・5.5%。さらに値上がり分の75%も会員のものとして残ります。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WineBank単体ベース。系列店へはマイル額面×レート×90%を保証。スクール・イベントは原価率50%。額面100に対する当社コスト。</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626864"/>
            <a:ext cx="11027664" cy="256032"/>
          </a:xfrm>
          <a:prstGeom prst="rect">
            <a:avLst/>
          </a:prstGeom>
          <a:noFill/>
          <a:ln/>
        </p:spPr>
        <p:txBody>
          <a:bodyPr wrap="square" lIns="0" tIns="0" rIns="0" bIns="0" rtlCol="0" anchor="ctr"/>
          <a:lstStyle/>
          <a:p>
            <a:pPr indent="0" marL="0">
              <a:buNone/>
            </a:pPr>
            <a:r>
              <a:rPr lang="en-US" sz="1000" dirty="0">
                <a:solidFill>
                  <a:srgbClr val="C9A227"/>
                </a:solidFill>
                <a:latin typeface="Meiryo" pitchFamily="34" charset="0"/>
                <a:ea typeface="Meiryo" pitchFamily="34" charset="-122"/>
                <a:cs typeface="Meiryo" pitchFamily="34" charset="-120"/>
              </a:rPr>
              <a:t>想定ミックス：系列店25% ／ グランメゾン18% ／ CLUB充当12% ／ オークション12% ／ スクール10% ／ イベント8% ／ 追加購入5% ／ 失効10%　→　加重平均 43.6%</a:t>
            </a:r>
            <a:endParaRPr lang="en-US" sz="100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損益分岐は 46.7%。想定は 43.6%。</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（手数料2.5% − 保管1.05% ＋ オークション0.5%）÷ 発行4.18% ＝ 46.7%。現金ベースでも3ポイントの余裕があり、成功報酬を含めればさらに厚くなります。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系列店1.0円に偏るほど90%へ近づき赤字化します。原価ゼロのオークション・CLUB充当、原価50%のスクール・イベントへ誘導するほど収支は改善します。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100万でも実質+1.0%を確保。額面0.5pp上げても当社の実費用は0.22ppしか増えないため、還元率は上げるほうが費用対効果が高い設計です。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マイルを「売る」と性質が変わる</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付与なら前払式支払手段に該当せず、期限も自由です。ただしマイルを購入できる設計にすると対価性が生じて該当し、届出＋供託（未使用残高の半額）が必要になります。購入導線は法務確認後に判断します。</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2026-09-01T16:27:49Z</dcterms:created>
  <dcterms:modified xsi:type="dcterms:W3CDTF">2026-09-01T16:27:49Z</dcterms:modified>
</cp:coreProperties>
</file>