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成長戦略 PhaseⅡ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国内オーベルジュ構想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日本のワイン産地に、ファインダイニングを主役とした小規模な滞在施設を。ティエリー・マルクスの出店計画の先に、当社が最終的に目指す姿です。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E2D7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3566160" cy="1335024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356616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1664208"/>
            <a:ext cx="859536" cy="27432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16642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料理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2029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ファインダイニング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2376" y="235915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その土地の生産者と同じテーブルにつける距離で、一日十数名だけをお迎えする。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2768" y="1481328"/>
            <a:ext cx="3566160" cy="1335024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2768" y="1481328"/>
            <a:ext cx="356616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2224" y="1664208"/>
            <a:ext cx="859536" cy="27432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32224" y="16642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32224" y="2029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産地とセラー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32224" y="235915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ワイン産地に置くことで、造り手と客が直接つながる場をつくる。当社のセラー機能を併設する。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22615" y="1481328"/>
            <a:ext cx="3566160" cy="1335024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2615" y="1481328"/>
            <a:ext cx="3566160" cy="45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42071" y="1664208"/>
            <a:ext cx="859536" cy="27432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42071" y="166420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滞在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42071" y="20299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小規模宿泊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42071" y="235915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客室は10室前後。夜を跨いでいただくことで、ワインリストの幅が一気に広がる。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944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出店ロードマップ　―　ブラッスリーから、オーベルジュへ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236976"/>
            <a:ext cx="2670048" cy="859536"/>
          </a:xfrm>
          <a:prstGeom prst="roundRect">
            <a:avLst>
              <a:gd name="adj" fmla="val 3191"/>
            </a:avLst>
          </a:prstGeom>
          <a:solidFill>
            <a:srgbClr val="F8F4F5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" y="33284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4月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529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ブラッスリー ティエリー・マルクス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東京ミッドタウン六本木・123席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標準店モデルとなる1号店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3182112" y="3547872"/>
            <a:ext cx="150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41522" y="3236976"/>
            <a:ext cx="2670048" cy="859536"/>
          </a:xfrm>
          <a:prstGeom prst="roundRect">
            <a:avLst>
              <a:gd name="adj" fmla="val 3191"/>
            </a:avLst>
          </a:prstGeom>
          <a:solidFill>
            <a:srgbClr val="F8F4F5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06114" y="33284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2028年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506114" y="3529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札幌・大阪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506114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2店舗。当社の創業地である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札幌を含む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20714" y="3547872"/>
            <a:ext cx="150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0125" y="3236976"/>
            <a:ext cx="2670048" cy="859536"/>
          </a:xfrm>
          <a:prstGeom prst="roundRect">
            <a:avLst>
              <a:gd name="adj" fmla="val 3191"/>
            </a:avLst>
          </a:prstGeom>
          <a:solidFill>
            <a:srgbClr val="F8F4F5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44717" y="33284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2029年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44717" y="3529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首都圏・政令指定都市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44717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標準店モデルの横展開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859317" y="3547872"/>
            <a:ext cx="150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18727" y="3236976"/>
            <a:ext cx="2670048" cy="859536"/>
          </a:xfrm>
          <a:prstGeom prst="roundRect">
            <a:avLst>
              <a:gd name="adj" fmla="val 319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83319" y="332841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D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 〜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183319" y="3529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リゾート含め 年2店舗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83319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D9C4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ここから、オーベルジュ構想に</a:t>
            </a:r>
            <a:endParaRPr lang="en-US" sz="8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D9C4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つながります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4187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なぜ、当社が担えるのか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4498848"/>
            <a:ext cx="219456" cy="21945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2920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" y="4480560"/>
            <a:ext cx="515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ワインの仕入と保管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13816" y="4681728"/>
            <a:ext cx="528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インポーターとしての仕入力と、寺田倉庫との保管体制。他にない厚みのワインリストをつくれます。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23864" y="4498848"/>
            <a:ext cx="219456" cy="21945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23864" y="4498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534760" y="4480560"/>
            <a:ext cx="515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グランメゾンの運営実績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534760" y="4681728"/>
            <a:ext cx="528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アピシウスで、店を壊さずに引き継いで運営できることを実証しました。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" y="5029200"/>
            <a:ext cx="219456" cy="21945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02920" y="5029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" y="5010912"/>
            <a:ext cx="515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シェフとのネットワーク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13816" y="5212080"/>
            <a:ext cx="528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ティエリー・マルクス氏をはじめ、国内外の料理人とつながっています。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23864" y="5029200"/>
            <a:ext cx="219456" cy="21945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223864" y="5029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534760" y="5010912"/>
            <a:ext cx="515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創業地との縁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534760" y="5212080"/>
            <a:ext cx="528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当社の創業地は北海道札幌。日本のワイン産地とは、もともと近い場所にいます。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920" y="5596128"/>
            <a:ext cx="11185855" cy="713232"/>
          </a:xfrm>
          <a:prstGeom prst="roundRect">
            <a:avLst>
              <a:gd name="adj" fmla="val 3846"/>
            </a:avLst>
          </a:prstGeom>
          <a:solidFill>
            <a:srgbClr val="F8F4F5"/>
          </a:solidFill>
          <a:ln w="12700">
            <a:solidFill>
              <a:srgbClr val="E2D7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" y="5596128"/>
            <a:ext cx="54864" cy="71323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77240" y="56692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F1A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ワインの仕入れも、保管も、お客様も、すべてこのために使えます。
</a:t>
            </a:r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ただ一つ、私たちだけでは決して作れないものがあります。それは、長い時間をかけて一人の料理人が積み上げた、日本の頂点にあるガストロノミーです。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502920" y="6437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99C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10774375" y="6437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9C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2026-09-21T13:07:18Z</dcterms:created>
  <dcterms:modified xsi:type="dcterms:W3CDTF">2026-09-21T13:07:18Z</dcterms:modified>
</cp:coreProperties>
</file>