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ンテサンス：2006年白金台開業、2013年品川御殿山へ移転。『ミシュランガイド東京』創刊号（2008年版）から2026年版まで19版連続で三つ星。岸田周三氏は1974年愛知県生まれ、パリ「アストランス」でパスカル・バルボに師事。創刊号で33歳・当時最年少の三つ星獲得。東京の三つ星は2026年版で12軒、星付き160軒で19年連続世界最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5303520" cy="5303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QUINTESSENCE　／　カンテサンス（東京・品川御殿山）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19年間、一度も星を落としていない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1556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『ミシュランガイド東京』は2007年の創刊から19版を数える。カンテサンスは、その創刊号から最新の2026年版まで、19版すべてで三つ星を保持している。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2560320" cy="1024128"/>
          </a:xfrm>
          <a:prstGeom prst="roundRect">
            <a:avLst>
              <a:gd name="adj" fmla="val 4464"/>
            </a:avLst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655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ミシュラン三つ星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745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19年連続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951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4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東京版の創刊号から全19版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55848" y="1554480"/>
            <a:ext cx="2560320" cy="1024128"/>
          </a:xfrm>
          <a:prstGeom prst="roundRect">
            <a:avLst>
              <a:gd name="adj" fmla="val 4464"/>
            </a:avLst>
          </a:prstGeom>
          <a:solidFill>
            <a:srgbClr val="3B1E2B"/>
          </a:solidFill>
          <a:ln w="9525">
            <a:solidFill>
              <a:srgbClr val="5A32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1655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18745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7.2万円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2951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28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フード4.6万＋ドリンク2.5万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44768" y="1554480"/>
            <a:ext cx="2560320" cy="1024128"/>
          </a:xfrm>
          <a:prstGeom prst="roundRect">
            <a:avLst>
              <a:gd name="adj" fmla="val 4464"/>
            </a:avLst>
          </a:prstGeom>
          <a:solidFill>
            <a:srgbClr val="3B1E2B"/>
          </a:solidFill>
          <a:ln w="9525">
            <a:solidFill>
              <a:srgbClr val="5A32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27648" y="1655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営業利益率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18745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52.0%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2951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28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2026年12月期 想定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33688" y="1554480"/>
            <a:ext cx="2560320" cy="1024128"/>
          </a:xfrm>
          <a:prstGeom prst="roundRect">
            <a:avLst>
              <a:gd name="adj" fmla="val 4464"/>
            </a:avLst>
          </a:prstGeom>
          <a:solidFill>
            <a:srgbClr val="3B1E2B"/>
          </a:solidFill>
          <a:ln w="9525">
            <a:solidFill>
              <a:srgbClr val="5A32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16568" y="1655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増収増益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116568" y="18745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20年連続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16568" y="22951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28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開業以来、無借金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2743200"/>
            <a:ext cx="3502152" cy="2706624"/>
          </a:xfrm>
          <a:prstGeom prst="roundRect">
            <a:avLst>
              <a:gd name="adj" fmla="val 1689"/>
            </a:avLst>
          </a:prstGeom>
          <a:solidFill>
            <a:srgbClr val="3B1E2B"/>
          </a:solidFill>
          <a:ln w="9525">
            <a:solidFill>
              <a:srgbClr val="5A32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287121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沿革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31638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408176" y="3145536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白金台に開業。岸田周三氏32歳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3621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08176" y="3602736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『ミシュランガイド東京』創刊号で三つ星。当時33歳、最年少での獲得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86384" y="40782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408176" y="4059936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岸田氏が独立し、オーナーシェフに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86384" y="4535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408176" y="4517136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品川・御殿山へ移転（現在地）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86384" y="49926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408176" y="4974336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19年連続三つ星。20年連続の増収増益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43400" y="2743200"/>
            <a:ext cx="3502152" cy="2706624"/>
          </a:xfrm>
          <a:prstGeom prst="roundRect">
            <a:avLst>
              <a:gd name="adj" fmla="val 1689"/>
            </a:avLst>
          </a:prstGeom>
          <a:solidFill>
            <a:srgbClr val="3B1E2B"/>
          </a:solidFill>
          <a:ln w="9525">
            <a:solidFill>
              <a:srgbClr val="5A324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62856" y="287121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岸田 周三 — オーナーシェフ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62856" y="316382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1974年生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276088" y="3136392"/>
            <a:ext cx="23500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愛知県出身。2026年で52歳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562856" y="35158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修業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276088" y="348843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志摩観光ホテル「ラ・メール」でキャリアを開始。東京「カーエム」で約4年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562856" y="403707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渡仏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276088" y="4009644"/>
            <a:ext cx="2350008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2000年、26歳で渡仏。パリ「アストランス」でパスカル・バルボ氏に師事し、スーシェフを務める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562856" y="472744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276088" y="4700016"/>
            <a:ext cx="23500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2006年に帰国し、カンテサンスを開業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62856" y="507949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門下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276088" y="505206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卒業生から12名以上が独立し、ミシュランの星を獲得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119872" y="2743200"/>
            <a:ext cx="3502152" cy="2706624"/>
          </a:xfrm>
          <a:prstGeom prst="roundRect">
            <a:avLst>
              <a:gd name="adj" fmla="val 1689"/>
            </a:avLst>
          </a:prstGeom>
          <a:solidFill>
            <a:srgbClr val="3B1E2B"/>
          </a:solidFill>
          <a:ln w="9525">
            <a:solidFill>
              <a:srgbClr val="5A324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39328" y="287121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店の数字（2026年12月期 想定）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339328" y="31638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8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席数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308592" y="3163824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54席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8339328" y="34701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8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回転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308592" y="3470148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 1.6回転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339328" y="37764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8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営業日数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9308592" y="3776472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 252日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339328" y="40827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8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年間来店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9308592" y="4082796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約1.4万人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339328" y="43891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8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9308592" y="438912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7.2万円／人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8339328" y="46954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8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売上高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308592" y="4695444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10億1,500万円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8339328" y="5001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8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9308592" y="5001768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5億2,800万円（52.0%）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66928" y="5650992"/>
            <a:ext cx="1105509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22960" y="5724144"/>
            <a:ext cx="10543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B1520"/>
                </a:solidFill>
              </a:rPr>
              <a:t>東京は19年連続で「世界一星の多い都市」— 星付き160軒、三つ星12軒（パリ10軒、ニューヨーク5軒）。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4A50"/>
                </a:solidFill>
              </a:rPr>
              <a:t>その19年間、カンテサンスは一度も三つ星を手放していません。日本の飲食業において、これに並ぶ収益性と継続性を備えた企業は確認されていません。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566928" y="64190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出所：『ミシュランガイド東京2026』（2025年9月発表）、公開されている岸田氏の経歴、および初期開示資料に記載の計数。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カンテサンスとは</dc:title>
  <dc:subject>PptxGenJS Presentation</dc:subject>
  <dc:creator>株式会社WineBank</dc:creator>
  <cp:lastModifiedBy>株式会社WineBank</cp:lastModifiedBy>
  <cp:revision>1</cp:revision>
  <dcterms:created xsi:type="dcterms:W3CDTF">2026-09-20T00:39:40Z</dcterms:created>
  <dcterms:modified xsi:type="dcterms:W3CDTF">2026-09-20T00:39:40Z</dcterms:modified>
</cp:coreProperties>
</file>