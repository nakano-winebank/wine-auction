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ピシウス：2024年6月取得。東京・銀座、創業40年を超えるグランメゾン。39年間赤字が継続し40年目に黒字化。取得後2年で売上+30%、営業利益2.5倍超。幹部メンバーは全員継続。サービス残業を撤廃し、12月を除き残業が発生しない体制を構築。店内の一部改装・修繕を実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　／　株式会社アピシウス（東京・銀座）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同じことを、すでに一度やっています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2024年6月、創業40年を超えるグランメゾンを取得。39年間にわたり赤字が続き、40年目にようやく黒字化した店を引き継ぎ、2年間で売上30%増・営業利益2.5倍超を実現。幹部メンバーは全員が継続しています。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3520440" cy="1097280"/>
          </a:xfrm>
          <a:prstGeom prst="roundRect">
            <a:avLst>
              <a:gd name="adj" fmla="val 4167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1031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＋30%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786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取得前比（2年間）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755648"/>
            <a:ext cx="3520440" cy="1097280"/>
          </a:xfrm>
          <a:prstGeom prst="roundRect">
            <a:avLst>
              <a:gd name="adj" fmla="val 4167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7136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1031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2.5倍超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5786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取得前比（2年間）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28432" y="1755648"/>
            <a:ext cx="3520440" cy="1097280"/>
          </a:xfrm>
          <a:prstGeom prst="roundRect">
            <a:avLst>
              <a:gd name="adj" fmla="val 4167"/>
            </a:avLst>
          </a:prstGeom>
          <a:solidFill>
            <a:srgbClr val="6D2E46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幹部メンバー継続率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1031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5786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一人も欠けていません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取得前と、取得から2年後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28416"/>
          <a:ext cx="6583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33172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取得前（〜2024年5月）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取得後2年（2026年）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39年間にわたり赤字。40年目にようやく黒字化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 ＋30%／営業利益 2.5倍超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幹部メンバーは全員が継続。経営陣の入替えを行っていません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労働環境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サービス残業が常態化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サービス残業を撤廃。12月を除き残業自体が発生しない体制へ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店内の一部改装・修繕を実施。業態・客層は変更せず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333488" y="3017520"/>
            <a:ext cx="4288536" cy="2414016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52944" y="31272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カンテサンスにおいて踏襲すること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52944" y="3465576"/>
            <a:ext cx="237744" cy="23774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552944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34381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人を入れ替えない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36484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幹部・従業員の雇用と処遇をそのまま承継する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552944" y="3959352"/>
            <a:ext cx="237744" cy="23774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552944" y="3959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0" y="39319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労働環境を先に整える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863840" y="41422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サービス残業の撤廃と、残業が発生しない体制の構築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552944" y="4453128"/>
            <a:ext cx="237744" cy="23774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552944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863840" y="4425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手を入れるのは最小限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863840" y="4636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改装・修繕は必要な範囲にとどめ、業態と客層は変えない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52944" y="4946904"/>
            <a:ext cx="237744" cy="23774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552944" y="4946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0" y="49194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収益はコスト削減で作らない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863840" y="51297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原価・人件費の圧縮ではなく、店の価値を高めて伸ばす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66928" y="5614416"/>
            <a:ext cx="11055096" cy="73152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2960" y="5687568"/>
            <a:ext cx="10543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アピシウスで実証されたのは、収益改善の手法ではありません。「グランメゾンは、引き継いでも壊れない」ということです。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BDCE1"/>
                </a:solidFill>
              </a:rPr>
              <a:t>カンテサンスに必要なのは再建ではなく承継です。当社は、グランメゾンを実際に承継し、人を残し、労働環境を改善したうえで収益を伸ばした実績をもって、本件に臨みます。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株式会社WineBank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株式会社アピシウス 承継実績</dc:title>
  <dc:subject>PptxGenJS Presentation</dc:subject>
  <dc:creator>株式会社WineBank</dc:creator>
  <cp:lastModifiedBy>株式会社WineBank</cp:lastModifiedBy>
  <cp:revision>1</cp:revision>
  <dcterms:created xsi:type="dcterms:W3CDTF">2026-09-27T13:32:34Z</dcterms:created>
  <dcterms:modified xsi:type="dcterms:W3CDTF">2026-09-27T13:32:34Z</dcterms:modified>
</cp:coreProperties>
</file>