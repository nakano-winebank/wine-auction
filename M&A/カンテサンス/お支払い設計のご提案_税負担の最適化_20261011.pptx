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ご提案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お支払い総額は変えずに、双方合計の税負担を下げる設計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698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報酬の前払い2.25億円を、株式対価ではなく決済時の役員退職金としてお支払いすることで、双方合計の税負担を約6,700万円下げられます。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55064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5544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お支払い総額は変えません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86537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10/9の総額・条件の枠組みのままです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481328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6D2E46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65506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43984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5544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双方合計の税負担を下げます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6537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退職所得（課税は2分の1）の仕組みを活用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28432" y="1481328"/>
            <a:ext cx="3593592" cy="713232"/>
          </a:xfrm>
          <a:prstGeom prst="roundRect">
            <a:avLst>
              <a:gd name="adj" fmla="val 6410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655064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74736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68512" y="15544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効果とリスクを分け合います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68512" y="186537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税務上のリスクも双方で負担します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2377440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報酬の前払い2.25億円：払い方による違い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70048"/>
          <a:ext cx="68122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691640"/>
                <a:gridCol w="1508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払い方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岸田様の税負担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会社の税負担軽減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双方合計の税負担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従来どおり賞与で支給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約1億1,250万円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（税率50%と仮定）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約7,740万円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約3,510万円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株式対価（10/9の枠組み）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約4,570万円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（税率20.3%）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約4,570万円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役員退職金（決済時）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ご提案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約5,630万円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（実効 約25%）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約7,740万円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▲約2,110万円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（合計で約6,700万円減）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466344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双方合計の税負担＝岸田様の税負担−会社の税負担軽減。賞与の税率はデロイト様資料の仮定（50%）。会社の実効税率は34.4%。退職所得は在任20年の退職所得控除（800万円）を適用して試算。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7653528" y="237744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効果とリスクの分け方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653528" y="2670048"/>
            <a:ext cx="3968496" cy="2404872"/>
          </a:xfrm>
          <a:prstGeom prst="roundRect">
            <a:avLst>
              <a:gd name="adj" fmla="val 1521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18120" y="276148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岸田様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299923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株式対価と比べ約1,050万円のご負担増。ただし賞与で受け取る場合と比べると約5,600万円の節税は維持されます。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352958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818120" y="376732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前払い分が損金となり、約7,740万円の税負担が軽くなります。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818120" y="42976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税務リスク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818120" y="453542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賞与を含めた月額で算定するため、否認された場合の追徴（約7,000〜7,500万円）は双方で折半し、最終契約に定めます。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6928" y="5230368"/>
            <a:ext cx="1105509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5528" y="53035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前提となる条件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95528" y="55595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・決済時に代表取締役を退任し、取締役・料理長としてご在任（報酬は年2,000万円）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95528" y="579729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・算定：賞与を含む実質月額 約855万円×在任20年×功績倍率 約1.3（社長の目安3.0の半分以下）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95528" y="603504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・アーンアウトは株式対価のまま（報酬で払っても双方合計では得にならないため）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013448" y="5303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本日ご相談したいこと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013448" y="5559552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1．前払い分を役員退職金に振り替える方向性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7013448" y="5797296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2．否認された場合の追徴を折半する考え方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013448" y="6035040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3．双方の税理士による確認と、最終契約への反映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6473952"/>
            <a:ext cx="11055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たたき台 ／ 金額はいずれも概算です。税務上の取扱いは双方の税理士の確認を前提とします ／ 2026年10月11日 株式会社WineBank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お支払い設計のご提案（双方合計の税負担を下げる）</dc:title>
  <dc:subject>PptxGenJS Presentation</dc:subject>
  <dc:creator>株式会社WineBank</dc:creator>
  <cp:lastModifiedBy>株式会社WineBank</cp:lastModifiedBy>
  <cp:revision>1</cp:revision>
  <dcterms:created xsi:type="dcterms:W3CDTF">2026-10-10T14:08:26Z</dcterms:created>
  <dcterms:modified xsi:type="dcterms:W3CDTF">2026-10-10T14:08:26Z</dcterms:modified>
</cp:coreProperties>
</file>