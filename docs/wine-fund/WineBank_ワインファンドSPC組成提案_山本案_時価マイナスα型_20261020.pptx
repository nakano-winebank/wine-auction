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当初3年間はロックアップ。4年目以降は90日前通知・半期末の解約とし、通知を受けた時点で再購入を留保して支払資金を用意する。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当初3年間はロックアップ。以後は通知から90日経過後の半期末に解約、支払は2ヶ月後（換価が遅れる場合も残額は6ヶ月以内）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年1回・利益のみ。売却代金の元本相当は再購入に充て満期まで留保（利益の複利再投資は行わない）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卸値の値入れ（卸した時点で確定）と管理報酬（総額の年2%、半期ごとに1%）の二本のみ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当初から随時の解約を受け付けると常時1〜3割を現金または即時換金可能な在庫で保有する必要があり、稼働率が下がって利回りも下がる（稼働率95%→85%でフル稼働時の単年の投資家利回りは22.5%→19.8%）。当初3年ロックアップとし、4年目以降の解約は90日前通知・半期末の効力として再購入の留保で支払資金を用意する設計により、現金保有を5%に抑え、総額の95%をワインに充当できる。</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運用期間5年・当初3年ロックアップ・4年目以降は90日前通知で半期末に解約。分配は毎年1回。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この設計により現金保有を5%に抑え、総額の95%をワインに充当できる。当初から随時の解約を受け付けると稼働率が下がりフル稼働時の単年で22.5%→19.8%に低下する。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2026-10-19T08:58:43Z</dcterms:created>
  <dcterms:modified xsi:type="dcterms:W3CDTF">2026-10-19T08:58:43Z</dcterms:modified>
</cp:coreProperties>
</file>