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年1回。元本はSPC内に留保し継続運用（複利再投資は行わない）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フル稼働時の単年の投資家利回りは22.5%→19.8%）。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2026-10-19T06:46:55Z</dcterms:created>
  <dcterms:modified xsi:type="dcterms:W3CDTF">2026-10-19T06:46:55Z</dcterms:modified>
</cp:coreProperties>
</file>